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67275" cy="42794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6" autoAdjust="0"/>
    <p:restoredTop sz="94660"/>
  </p:normalViewPr>
  <p:slideViewPr>
    <p:cSldViewPr snapToGrid="0">
      <p:cViewPr>
        <p:scale>
          <a:sx n="32" d="100"/>
          <a:sy n="32" d="100"/>
        </p:scale>
        <p:origin x="-11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046" y="7003597"/>
            <a:ext cx="25727184" cy="14898735"/>
          </a:xfrm>
        </p:spPr>
        <p:txBody>
          <a:bodyPr anchor="b"/>
          <a:lstStyle>
            <a:lvl1pPr algn="ctr">
              <a:defRPr sz="19861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410" y="22476884"/>
            <a:ext cx="22700456" cy="10332032"/>
          </a:xfrm>
        </p:spPr>
        <p:txBody>
          <a:bodyPr/>
          <a:lstStyle>
            <a:lvl1pPr marL="0" indent="0" algn="ctr">
              <a:buNone/>
              <a:defRPr sz="7944"/>
            </a:lvl1pPr>
            <a:lvl2pPr marL="1513378" indent="0" algn="ctr">
              <a:buNone/>
              <a:defRPr sz="6620"/>
            </a:lvl2pPr>
            <a:lvl3pPr marL="3026755" indent="0" algn="ctr">
              <a:buNone/>
              <a:defRPr sz="5958"/>
            </a:lvl3pPr>
            <a:lvl4pPr marL="4540133" indent="0" algn="ctr">
              <a:buNone/>
              <a:defRPr sz="5296"/>
            </a:lvl4pPr>
            <a:lvl5pPr marL="6053511" indent="0" algn="ctr">
              <a:buNone/>
              <a:defRPr sz="5296"/>
            </a:lvl5pPr>
            <a:lvl6pPr marL="7566889" indent="0" algn="ctr">
              <a:buNone/>
              <a:defRPr sz="5296"/>
            </a:lvl6pPr>
            <a:lvl7pPr marL="9080266" indent="0" algn="ctr">
              <a:buNone/>
              <a:defRPr sz="5296"/>
            </a:lvl7pPr>
            <a:lvl8pPr marL="10593644" indent="0" algn="ctr">
              <a:buNone/>
              <a:defRPr sz="5296"/>
            </a:lvl8pPr>
            <a:lvl9pPr marL="12107022" indent="0" algn="ctr">
              <a:buNone/>
              <a:defRPr sz="5296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6365-2E98-4DD1-BDAA-4579F8393497}" type="datetimeFigureOut">
              <a:rPr lang="en-US" smtClean="0"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418C-87EA-48E9-BF33-CE2381415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83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6365-2E98-4DD1-BDAA-4579F8393497}" type="datetimeFigureOut">
              <a:rPr lang="en-US" smtClean="0"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418C-87EA-48E9-BF33-CE2381415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038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112" y="10668854"/>
            <a:ext cx="26105525" cy="17801211"/>
          </a:xfrm>
        </p:spPr>
        <p:txBody>
          <a:bodyPr anchor="b"/>
          <a:lstStyle>
            <a:lvl1pPr>
              <a:defRPr sz="19861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112" y="28638472"/>
            <a:ext cx="26105525" cy="9361236"/>
          </a:xfrm>
        </p:spPr>
        <p:txBody>
          <a:bodyPr/>
          <a:lstStyle>
            <a:lvl1pPr marL="0" indent="0">
              <a:buNone/>
              <a:defRPr sz="7944">
                <a:solidFill>
                  <a:schemeClr val="tx1"/>
                </a:solidFill>
              </a:defRPr>
            </a:lvl1pPr>
            <a:lvl2pPr marL="1513378" indent="0">
              <a:buNone/>
              <a:defRPr sz="6620">
                <a:solidFill>
                  <a:schemeClr val="tx1">
                    <a:tint val="75000"/>
                  </a:schemeClr>
                </a:solidFill>
              </a:defRPr>
            </a:lvl2pPr>
            <a:lvl3pPr marL="3026755" indent="0">
              <a:buNone/>
              <a:defRPr sz="5958">
                <a:solidFill>
                  <a:schemeClr val="tx1">
                    <a:tint val="75000"/>
                  </a:schemeClr>
                </a:solidFill>
              </a:defRPr>
            </a:lvl3pPr>
            <a:lvl4pPr marL="4540133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4pPr>
            <a:lvl5pPr marL="6053511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5pPr>
            <a:lvl6pPr marL="7566889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6pPr>
            <a:lvl7pPr marL="9080266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7pPr>
            <a:lvl8pPr marL="10593644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8pPr>
            <a:lvl9pPr marL="12107022" indent="0">
              <a:buNone/>
              <a:defRPr sz="52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6365-2E98-4DD1-BDAA-4579F8393497}" type="datetimeFigureOut">
              <a:rPr lang="en-US" smtClean="0"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418C-87EA-48E9-BF33-CE2381415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310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875" y="11391985"/>
            <a:ext cx="12863592" cy="27152551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808" y="11391985"/>
            <a:ext cx="12863592" cy="27152551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6365-2E98-4DD1-BDAA-4579F8393497}" type="datetimeFigureOut">
              <a:rPr lang="en-US" smtClean="0"/>
              <a:t>6/15/25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418C-87EA-48E9-BF33-CE2381415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29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278406"/>
            <a:ext cx="26105525" cy="8271575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821" y="10490535"/>
            <a:ext cx="1280447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821" y="15631784"/>
            <a:ext cx="12804474" cy="22992000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810" y="10490535"/>
            <a:ext cx="12867534" cy="5141249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378" indent="0">
              <a:buNone/>
              <a:defRPr sz="6620" b="1"/>
            </a:lvl2pPr>
            <a:lvl3pPr marL="3026755" indent="0">
              <a:buNone/>
              <a:defRPr sz="5958" b="1"/>
            </a:lvl3pPr>
            <a:lvl4pPr marL="4540133" indent="0">
              <a:buNone/>
              <a:defRPr sz="5296" b="1"/>
            </a:lvl4pPr>
            <a:lvl5pPr marL="6053511" indent="0">
              <a:buNone/>
              <a:defRPr sz="5296" b="1"/>
            </a:lvl5pPr>
            <a:lvl6pPr marL="7566889" indent="0">
              <a:buNone/>
              <a:defRPr sz="5296" b="1"/>
            </a:lvl6pPr>
            <a:lvl7pPr marL="9080266" indent="0">
              <a:buNone/>
              <a:defRPr sz="5296" b="1"/>
            </a:lvl7pPr>
            <a:lvl8pPr marL="10593644" indent="0">
              <a:buNone/>
              <a:defRPr sz="5296" b="1"/>
            </a:lvl8pPr>
            <a:lvl9pPr marL="12107022" indent="0">
              <a:buNone/>
              <a:defRPr sz="5296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810" y="15631784"/>
            <a:ext cx="12867534" cy="22992000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6365-2E98-4DD1-BDAA-4579F8393497}" type="datetimeFigureOut">
              <a:rPr lang="en-US" smtClean="0"/>
              <a:t>6/15/25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418C-87EA-48E9-BF33-CE2381415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556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6365-2E98-4DD1-BDAA-4579F8393497}" type="datetimeFigureOut">
              <a:rPr lang="en-US" smtClean="0"/>
              <a:t>6/15/25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418C-87EA-48E9-BF33-CE2381415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34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6365-2E98-4DD1-BDAA-4579F8393497}" type="datetimeFigureOut">
              <a:rPr lang="en-US" smtClean="0"/>
              <a:t>6/15/25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418C-87EA-48E9-BF33-CE2381415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23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7534" y="6161587"/>
            <a:ext cx="15322808" cy="30411646"/>
          </a:xfrm>
        </p:spPr>
        <p:txBody>
          <a:bodyPr/>
          <a:lstStyle>
            <a:lvl1pPr>
              <a:defRPr sz="10592"/>
            </a:lvl1pPr>
            <a:lvl2pPr>
              <a:defRPr sz="9268"/>
            </a:lvl2pPr>
            <a:lvl3pPr>
              <a:defRPr sz="7944"/>
            </a:lvl3pPr>
            <a:lvl4pPr>
              <a:defRPr sz="6620"/>
            </a:lvl4pPr>
            <a:lvl5pPr>
              <a:defRPr sz="6620"/>
            </a:lvl5pPr>
            <a:lvl6pPr>
              <a:defRPr sz="6620"/>
            </a:lvl6pPr>
            <a:lvl7pPr>
              <a:defRPr sz="6620"/>
            </a:lvl7pPr>
            <a:lvl8pPr>
              <a:defRPr sz="6620"/>
            </a:lvl8pPr>
            <a:lvl9pPr>
              <a:defRPr sz="662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6365-2E98-4DD1-BDAA-4579F8393497}" type="datetimeFigureOut">
              <a:rPr lang="en-US" smtClean="0"/>
              <a:t>6/15/25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418C-87EA-48E9-BF33-CE2381415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5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817" y="2852949"/>
            <a:ext cx="9761984" cy="998532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7534" y="6161587"/>
            <a:ext cx="15322808" cy="30411646"/>
          </a:xfrm>
        </p:spPr>
        <p:txBody>
          <a:bodyPr anchor="t"/>
          <a:lstStyle>
            <a:lvl1pPr marL="0" indent="0">
              <a:buNone/>
              <a:defRPr sz="10592"/>
            </a:lvl1pPr>
            <a:lvl2pPr marL="1513378" indent="0">
              <a:buNone/>
              <a:defRPr sz="9268"/>
            </a:lvl2pPr>
            <a:lvl3pPr marL="3026755" indent="0">
              <a:buNone/>
              <a:defRPr sz="7944"/>
            </a:lvl3pPr>
            <a:lvl4pPr marL="4540133" indent="0">
              <a:buNone/>
              <a:defRPr sz="6620"/>
            </a:lvl4pPr>
            <a:lvl5pPr marL="6053511" indent="0">
              <a:buNone/>
              <a:defRPr sz="6620"/>
            </a:lvl5pPr>
            <a:lvl6pPr marL="7566889" indent="0">
              <a:buNone/>
              <a:defRPr sz="6620"/>
            </a:lvl6pPr>
            <a:lvl7pPr marL="9080266" indent="0">
              <a:buNone/>
              <a:defRPr sz="6620"/>
            </a:lvl7pPr>
            <a:lvl8pPr marL="10593644" indent="0">
              <a:buNone/>
              <a:defRPr sz="6620"/>
            </a:lvl8pPr>
            <a:lvl9pPr marL="12107022" indent="0">
              <a:buNone/>
              <a:defRPr sz="662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817" y="12838271"/>
            <a:ext cx="9761984" cy="23784486"/>
          </a:xfrm>
        </p:spPr>
        <p:txBody>
          <a:bodyPr/>
          <a:lstStyle>
            <a:lvl1pPr marL="0" indent="0">
              <a:buNone/>
              <a:defRPr sz="5296"/>
            </a:lvl1pPr>
            <a:lvl2pPr marL="1513378" indent="0">
              <a:buNone/>
              <a:defRPr sz="4634"/>
            </a:lvl2pPr>
            <a:lvl3pPr marL="3026755" indent="0">
              <a:buNone/>
              <a:defRPr sz="3972"/>
            </a:lvl3pPr>
            <a:lvl4pPr marL="4540133" indent="0">
              <a:buNone/>
              <a:defRPr sz="3310"/>
            </a:lvl4pPr>
            <a:lvl5pPr marL="6053511" indent="0">
              <a:buNone/>
              <a:defRPr sz="3310"/>
            </a:lvl5pPr>
            <a:lvl6pPr marL="7566889" indent="0">
              <a:buNone/>
              <a:defRPr sz="3310"/>
            </a:lvl6pPr>
            <a:lvl7pPr marL="9080266" indent="0">
              <a:buNone/>
              <a:defRPr sz="3310"/>
            </a:lvl7pPr>
            <a:lvl8pPr marL="10593644" indent="0">
              <a:buNone/>
              <a:defRPr sz="3310"/>
            </a:lvl8pPr>
            <a:lvl9pPr marL="12107022" indent="0">
              <a:buNone/>
              <a:defRPr sz="331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6365-2E98-4DD1-BDAA-4579F8393497}" type="datetimeFigureOut">
              <a:rPr lang="en-US" smtClean="0"/>
              <a:t>6/15/25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418C-87EA-48E9-BF33-CE2381415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7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6365-2E98-4DD1-BDAA-4579F8393497}" type="datetimeFigureOut">
              <a:rPr lang="en-US" smtClean="0"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418C-87EA-48E9-BF33-CE2381415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01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0020" y="2278397"/>
            <a:ext cx="6526381" cy="36266139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877" y="2278397"/>
            <a:ext cx="19200803" cy="36266139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A6365-2E98-4DD1-BDAA-4579F8393497}" type="datetimeFigureOut">
              <a:rPr lang="en-US" smtClean="0"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5418C-87EA-48E9-BF33-CE2381415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1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875" y="2278406"/>
            <a:ext cx="26105525" cy="8271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875" y="11391985"/>
            <a:ext cx="26105525" cy="27152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875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A6365-2E98-4DD1-BDAA-4579F8393497}" type="datetimeFigureOut">
              <a:rPr lang="en-US" smtClean="0"/>
              <a:t>6/15/25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6035" y="39663928"/>
            <a:ext cx="10215205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6263" y="39663928"/>
            <a:ext cx="6810137" cy="22783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5418C-87EA-48E9-BF33-CE2381415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89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6755" rtl="0" eaLnBrk="1" latinLnBrk="0" hangingPunct="1">
        <a:lnSpc>
          <a:spcPct val="90000"/>
        </a:lnSpc>
        <a:spcBef>
          <a:spcPct val="0"/>
        </a:spcBef>
        <a:buNone/>
        <a:defRPr sz="145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689" indent="-756689" algn="l" defTabSz="3026755" rtl="0" eaLnBrk="1" latinLnBrk="0" hangingPunct="1">
        <a:lnSpc>
          <a:spcPct val="90000"/>
        </a:lnSpc>
        <a:spcBef>
          <a:spcPts val="3310"/>
        </a:spcBef>
        <a:buFont typeface="Arial" panose="020B0604020202020204" pitchFamily="34" charset="0"/>
        <a:buChar char="•"/>
        <a:defRPr sz="9268" kern="1200">
          <a:solidFill>
            <a:schemeClr val="tx1"/>
          </a:solidFill>
          <a:latin typeface="+mn-lt"/>
          <a:ea typeface="+mn-ea"/>
          <a:cs typeface="+mn-cs"/>
        </a:defRPr>
      </a:lvl1pPr>
      <a:lvl2pPr marL="227006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2pPr>
      <a:lvl3pPr marL="3783444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0" kern="1200">
          <a:solidFill>
            <a:schemeClr val="tx1"/>
          </a:solidFill>
          <a:latin typeface="+mn-lt"/>
          <a:ea typeface="+mn-ea"/>
          <a:cs typeface="+mn-cs"/>
        </a:defRPr>
      </a:lvl3pPr>
      <a:lvl4pPr marL="5296822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810200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8323577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836955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1350333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863711" indent="-756689" algn="l" defTabSz="3026755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1pPr>
      <a:lvl2pPr marL="1513378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2pPr>
      <a:lvl3pPr marL="3026755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3pPr>
      <a:lvl4pPr marL="4540133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053511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7566889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080266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0593644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107022" algn="l" defTabSz="3026755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C53772D7-FA13-857A-9E36-90D87948D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73" y="596437"/>
            <a:ext cx="29352875" cy="64008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76200" algn="ctr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CE3ADC73-5BF5-227F-4888-4E741121C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20" y="731520"/>
            <a:ext cx="5029200" cy="593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cxnSp>
        <p:nvCxnSpPr>
          <p:cNvPr id="1029" name="AutoShape 5">
            <a:extLst>
              <a:ext uri="{FF2B5EF4-FFF2-40B4-BE49-F238E27FC236}">
                <a16:creationId xmlns:a16="http://schemas.microsoft.com/office/drawing/2014/main" id="{A3BA57AB-2348-451D-ECDB-738FE3D799A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315200" y="914400"/>
            <a:ext cx="0" cy="548640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cxnSp>
      <p:pic>
        <p:nvPicPr>
          <p:cNvPr id="1031" name="Picture 7">
            <a:extLst>
              <a:ext uri="{FF2B5EF4-FFF2-40B4-BE49-F238E27FC236}">
                <a16:creationId xmlns:a16="http://schemas.microsoft.com/office/drawing/2014/main" id="{AFB2F00D-CC03-2851-0840-7DB244B54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5960" y="34019001"/>
            <a:ext cx="4979988" cy="497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sp>
        <p:nvSpPr>
          <p:cNvPr id="5" name="Text Box 8">
            <a:extLst>
              <a:ext uri="{FF2B5EF4-FFF2-40B4-BE49-F238E27FC236}">
                <a16:creationId xmlns:a16="http://schemas.microsoft.com/office/drawing/2014/main" id="{36E94AA5-37C6-4E62-BB5E-A7F8E4562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360" y="2577473"/>
            <a:ext cx="15329852" cy="170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Title: TH </a:t>
            </a:r>
            <a:r>
              <a:rPr kumimoji="0" lang="en-US" altLang="en-US" sz="7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Sarabun</a:t>
            </a:r>
            <a:r>
              <a:rPr kumimoji="0" lang="en-US" altLang="en-US" sz="7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New (Bold)(Font size: 78)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50F9DF73-C3D0-B93A-6074-346499AB8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16184" y="3922776"/>
            <a:ext cx="14649450" cy="1366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Authors: TH </a:t>
            </a:r>
            <a:r>
              <a:rPr kumimoji="0" lang="en-US" altLang="en-US" sz="5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Sarabun</a:t>
            </a:r>
            <a:r>
              <a:rPr kumimoji="0" lang="en-US" altLang="en-US" sz="5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New (Bold)(Font size: 56)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8F34DB21-00DE-0326-A6C9-120F1A78B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" y="9079992"/>
            <a:ext cx="16175038" cy="170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Subheader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: TH </a:t>
            </a: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Sarabun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New (Bold)(Font size: 48)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1A75BC2F-85C8-4DAC-B515-CFFAAB11E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" y="10058400"/>
            <a:ext cx="9248775" cy="198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Body text: TH 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Sarabun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New (Font size: 36)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A01BAA58-F510-9052-CBF9-5C38B1AC1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7737" y="32705821"/>
            <a:ext cx="10789538" cy="170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QR link to your work (optional)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08CB7A7F-9DD3-ED26-AA68-AAE417A15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86610" y="9049131"/>
            <a:ext cx="10039350" cy="5721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Subheader</a:t>
            </a: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(Guideline)</a:t>
            </a:r>
          </a:p>
          <a:p>
            <a:pPr marL="914400" marR="0" lvl="0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Abstract</a:t>
            </a:r>
          </a:p>
          <a:p>
            <a:pPr marL="914400" marR="0" lvl="0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4800" b="1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Introduction &amp; Motivation</a:t>
            </a:r>
          </a:p>
          <a:p>
            <a:pPr marL="914400" marR="0" lvl="0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Mat</a:t>
            </a:r>
            <a:r>
              <a:rPr lang="en-US" altLang="en-US" sz="4800" b="1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erials &amp; Methods</a:t>
            </a:r>
          </a:p>
          <a:p>
            <a:pPr marL="914400" marR="0" lvl="0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Results</a:t>
            </a:r>
          </a:p>
          <a:p>
            <a:pPr marL="914400" marR="0" lvl="0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4800" b="1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Discussion &amp; Conclusion</a:t>
            </a:r>
          </a:p>
          <a:p>
            <a:pPr marL="914400" marR="0" lvl="0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4800" b="1" dirty="0">
                <a:solidFill>
                  <a:srgbClr val="00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References</a:t>
            </a:r>
          </a:p>
          <a:p>
            <a:pPr marL="914400" marR="0" lvl="0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4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914400" marR="0" lvl="0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4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609FF1C6-A933-9FD4-0C6E-8440F355A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599" y="29244066"/>
            <a:ext cx="10946447" cy="543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References</a:t>
            </a:r>
          </a:p>
          <a:p>
            <a:pPr marL="914400" marR="0" lvl="0" indent="-9144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EC3718DA-D28A-B095-629F-FCB1F0E887B4}"/>
              </a:ext>
            </a:extLst>
          </p:cNvPr>
          <p:cNvSpPr txBox="1"/>
          <p:nvPr/>
        </p:nvSpPr>
        <p:spPr>
          <a:xfrm>
            <a:off x="17627599" y="29978305"/>
            <a:ext cx="116903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0" i="0" dirty="0">
                <a:solidFill>
                  <a:srgbClr val="333333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C. </a:t>
            </a:r>
            <a:r>
              <a:rPr lang="en-US" sz="2400" b="0" i="0" dirty="0" err="1">
                <a:solidFill>
                  <a:srgbClr val="333333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Polpanumas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 </a:t>
            </a:r>
            <a:r>
              <a:rPr lang="en-US" sz="2400" b="0" i="1" dirty="0">
                <a:solidFill>
                  <a:srgbClr val="333333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et al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., "AI Builders: Teaching Thai Students to Build End-to-End Machine Learning Projects Online," </a:t>
            </a:r>
            <a:r>
              <a:rPr lang="en-US" sz="2400" b="0" i="1" dirty="0">
                <a:solidFill>
                  <a:srgbClr val="333333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2021 IEEE International Conference on Engineering, Technology &amp; Education (TALE)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, 2021, pp. 565-572, </a:t>
            </a:r>
            <a:r>
              <a:rPr lang="en-US" sz="2400" b="0" i="0" dirty="0" err="1">
                <a:solidFill>
                  <a:srgbClr val="333333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doi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: 10.1109/TALE52509.2021.9678620.  (Font TH </a:t>
            </a:r>
            <a:r>
              <a:rPr lang="en-US" sz="2400" dirty="0" err="1">
                <a:solidFill>
                  <a:srgbClr val="333333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S</a:t>
            </a:r>
            <a:r>
              <a:rPr lang="en-US" sz="2400" b="0" i="0" dirty="0" err="1">
                <a:solidFill>
                  <a:srgbClr val="333333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arabun</a:t>
            </a:r>
            <a:r>
              <a:rPr lang="en-US" sz="2400" b="0" i="0" dirty="0">
                <a:solidFill>
                  <a:srgbClr val="333333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 new, size: 24)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9DF087C-8FAC-C68F-8C7F-D5E68E994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6966" y="1118032"/>
            <a:ext cx="2018348" cy="974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black background with a yellow circle and a black arrow&#10;&#10;Description automatically generated">
            <a:extLst>
              <a:ext uri="{FF2B5EF4-FFF2-40B4-BE49-F238E27FC236}">
                <a16:creationId xmlns:a16="http://schemas.microsoft.com/office/drawing/2014/main" id="{76DF0B68-6670-8E92-AAFB-302C2A4B10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8866" y="969339"/>
            <a:ext cx="2018348" cy="1220100"/>
          </a:xfrm>
          <a:prstGeom prst="rect">
            <a:avLst/>
          </a:prstGeom>
        </p:spPr>
      </p:pic>
      <p:pic>
        <p:nvPicPr>
          <p:cNvPr id="2" name="Picture 2" descr="Mahidol University - Wikipedia">
            <a:extLst>
              <a:ext uri="{FF2B5EF4-FFF2-40B4-BE49-F238E27FC236}">
                <a16:creationId xmlns:a16="http://schemas.microsoft.com/office/drawing/2014/main" id="{5022EF5B-FF1A-B435-421F-E142FED6B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3860" y="969339"/>
            <a:ext cx="1394090" cy="1394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 blue and red text on a black background&#10;&#10;AI-generated content may be incorrect.">
            <a:extLst>
              <a:ext uri="{FF2B5EF4-FFF2-40B4-BE49-F238E27FC236}">
                <a16:creationId xmlns:a16="http://schemas.microsoft.com/office/drawing/2014/main" id="{CAF21F15-335C-4A07-CD69-847399708D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9583" y="731520"/>
            <a:ext cx="2730727" cy="163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362255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981</TotalTime>
  <Words>132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TH Sarabun New</vt:lpstr>
      <vt:lpstr>ธีมของ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nakorn kumsrimak</dc:creator>
  <cp:lastModifiedBy>Pai Buabthong</cp:lastModifiedBy>
  <cp:revision>8</cp:revision>
  <dcterms:created xsi:type="dcterms:W3CDTF">2022-06-23T12:33:24Z</dcterms:created>
  <dcterms:modified xsi:type="dcterms:W3CDTF">2025-06-15T11:48:04Z</dcterms:modified>
</cp:coreProperties>
</file>